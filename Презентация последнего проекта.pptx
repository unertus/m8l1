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3" r:id="rId9"/>
    <p:sldId id="264" r:id="rId10"/>
    <p:sldId id="262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/>
              <a:t>Презентация проекта</a:t>
            </a:r>
            <a:endParaRPr lang="ru-RU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Телеграмм</a:t>
            </a:r>
            <a:r>
              <a:rPr lang="en-US" altLang="ru-RU"/>
              <a:t>-</a:t>
            </a:r>
            <a:r>
              <a:rPr lang="en-US" altLang="en-US"/>
              <a:t>бот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технической</a:t>
            </a:r>
            <a:r>
              <a:rPr lang="en-US" altLang="ru-RU"/>
              <a:t> </a:t>
            </a:r>
            <a:r>
              <a:rPr lang="en-US" altLang="en-US"/>
              <a:t>поддержки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Задачи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1800"/>
              <a:t> Создание </a:t>
            </a:r>
            <a:r>
              <a:rPr lang="en-US" altLang="en-US" sz="1800"/>
              <a:t>Телеграмм</a:t>
            </a:r>
            <a:r>
              <a:rPr lang="en-US" altLang="ru-RU" sz="1800"/>
              <a:t>-</a:t>
            </a:r>
            <a:r>
              <a:rPr lang="en-US" altLang="en-US" sz="1800"/>
              <a:t>бот</a:t>
            </a:r>
            <a:r>
              <a:rPr lang="ru-RU" altLang="en-US" sz="1800"/>
              <a:t>а</a:t>
            </a:r>
            <a:r>
              <a:rPr lang="en-US" altLang="ru-RU" sz="1800"/>
              <a:t> </a:t>
            </a:r>
            <a:r>
              <a:rPr lang="en-US" altLang="en-US" sz="1800"/>
              <a:t>для</a:t>
            </a:r>
            <a:r>
              <a:rPr lang="en-US" altLang="ru-RU" sz="1800"/>
              <a:t> </a:t>
            </a:r>
            <a:r>
              <a:rPr lang="en-US" altLang="en-US" sz="1800"/>
              <a:t>технической</a:t>
            </a:r>
            <a:r>
              <a:rPr lang="en-US" altLang="ru-RU" sz="1800"/>
              <a:t> </a:t>
            </a:r>
            <a:r>
              <a:rPr lang="en-US" altLang="en-US" sz="1800"/>
              <a:t>поддержки</a:t>
            </a:r>
            <a:endParaRPr lang="en-US" altLang="en-US" sz="1800"/>
          </a:p>
          <a:p>
            <a:endParaRPr lang="en-US" altLang="ru-RU" sz="1800"/>
          </a:p>
          <a:p>
            <a:r>
              <a:rPr lang="en-US" altLang="en-US" sz="1800"/>
              <a:t>Привет</a:t>
            </a:r>
            <a:r>
              <a:rPr lang="en-US" altLang="ru-RU" sz="1800"/>
              <a:t>, </a:t>
            </a:r>
            <a:r>
              <a:rPr lang="en-US" altLang="en-US" sz="1800"/>
              <a:t>мы</a:t>
            </a:r>
            <a:r>
              <a:rPr lang="en-US" altLang="ru-RU" sz="1800"/>
              <a:t> </a:t>
            </a:r>
            <a:r>
              <a:rPr lang="en-US" altLang="en-US" sz="1800"/>
              <a:t>интернет</a:t>
            </a:r>
            <a:r>
              <a:rPr lang="en-US" altLang="ru-RU" sz="1800"/>
              <a:t>-</a:t>
            </a:r>
            <a:r>
              <a:rPr lang="en-US" altLang="en-US" sz="1800"/>
              <a:t>магазин</a:t>
            </a:r>
            <a:r>
              <a:rPr lang="en-US" altLang="ru-RU" sz="1800"/>
              <a:t> "</a:t>
            </a:r>
            <a:r>
              <a:rPr lang="en-US" altLang="en-US" sz="1800"/>
              <a:t>Продаем</a:t>
            </a:r>
            <a:r>
              <a:rPr lang="en-US" altLang="ru-RU" sz="1800"/>
              <a:t> </a:t>
            </a:r>
            <a:r>
              <a:rPr lang="en-US" altLang="en-US" sz="1800"/>
              <a:t>все</a:t>
            </a:r>
            <a:r>
              <a:rPr lang="en-US" altLang="ru-RU" sz="1800"/>
              <a:t> </a:t>
            </a:r>
            <a:r>
              <a:rPr lang="en-US" altLang="en-US" sz="1800"/>
              <a:t>на</a:t>
            </a:r>
            <a:r>
              <a:rPr lang="en-US" altLang="ru-RU" sz="1800"/>
              <a:t> </a:t>
            </a:r>
            <a:r>
              <a:rPr lang="en-US" altLang="en-US" sz="1800"/>
              <a:t>свете</a:t>
            </a:r>
            <a:r>
              <a:rPr lang="en-US" altLang="ru-RU" sz="1800"/>
              <a:t>"! </a:t>
            </a:r>
            <a:r>
              <a:rPr lang="en-US" altLang="en-US" sz="1800"/>
              <a:t>Нам</a:t>
            </a:r>
            <a:r>
              <a:rPr lang="en-US" altLang="ru-RU" sz="1800"/>
              <a:t> </a:t>
            </a:r>
            <a:r>
              <a:rPr lang="en-US" altLang="en-US" sz="1800"/>
              <a:t>нужен</a:t>
            </a:r>
            <a:r>
              <a:rPr lang="en-US" altLang="ru-RU" sz="1800"/>
              <a:t> </a:t>
            </a:r>
            <a:r>
              <a:rPr lang="en-US" altLang="en-US" sz="1800"/>
              <a:t>бот</a:t>
            </a:r>
            <a:r>
              <a:rPr lang="en-US" altLang="ru-RU" sz="1800"/>
              <a:t> </a:t>
            </a:r>
            <a:r>
              <a:rPr lang="en-US" altLang="en-US" sz="1800"/>
              <a:t>для</a:t>
            </a:r>
            <a:r>
              <a:rPr lang="en-US" altLang="ru-RU" sz="1800"/>
              <a:t> </a:t>
            </a:r>
            <a:r>
              <a:rPr lang="en-US" altLang="en-US" sz="1800"/>
              <a:t>тех</a:t>
            </a:r>
            <a:r>
              <a:rPr lang="en-US" altLang="ru-RU" sz="1800"/>
              <a:t>.</a:t>
            </a:r>
            <a:r>
              <a:rPr lang="en-US" altLang="en-US" sz="1800"/>
              <a:t>поддержки</a:t>
            </a:r>
            <a:r>
              <a:rPr lang="en-US" altLang="ru-RU" sz="1800"/>
              <a:t>, </a:t>
            </a:r>
            <a:r>
              <a:rPr lang="en-US" altLang="en-US" sz="1800"/>
              <a:t>который</a:t>
            </a:r>
            <a:r>
              <a:rPr lang="en-US" altLang="ru-RU" sz="1800"/>
              <a:t> </a:t>
            </a:r>
            <a:r>
              <a:rPr lang="en-US" altLang="en-US" sz="1800"/>
              <a:t>отвечает</a:t>
            </a:r>
            <a:r>
              <a:rPr lang="en-US" altLang="ru-RU" sz="1800"/>
              <a:t> </a:t>
            </a:r>
            <a:r>
              <a:rPr lang="en-US" altLang="en-US" sz="1800"/>
              <a:t>на</a:t>
            </a:r>
            <a:r>
              <a:rPr lang="en-US" altLang="ru-RU" sz="1800"/>
              <a:t> </a:t>
            </a:r>
            <a:r>
              <a:rPr lang="en-US" altLang="en-US" sz="1800"/>
              <a:t>часто</a:t>
            </a:r>
            <a:r>
              <a:rPr lang="en-US" altLang="ru-RU" sz="1800"/>
              <a:t> </a:t>
            </a:r>
            <a:r>
              <a:rPr lang="en-US" altLang="en-US" sz="1800"/>
              <a:t>задаваемые</a:t>
            </a:r>
            <a:r>
              <a:rPr lang="en-US" altLang="ru-RU" sz="1800"/>
              <a:t> </a:t>
            </a:r>
            <a:r>
              <a:rPr lang="en-US" altLang="en-US" sz="1800"/>
              <a:t>вопросы</a:t>
            </a:r>
            <a:r>
              <a:rPr lang="en-US" altLang="ru-RU" sz="1800"/>
              <a:t> </a:t>
            </a:r>
            <a:r>
              <a:rPr lang="en-US" altLang="en-US" sz="1800"/>
              <a:t>пользователей</a:t>
            </a:r>
            <a:r>
              <a:rPr lang="en-US" altLang="ru-RU" sz="1800"/>
              <a:t>, </a:t>
            </a:r>
            <a:r>
              <a:rPr lang="en-US" altLang="en-US" sz="1800"/>
              <a:t>предоставляет</a:t>
            </a:r>
            <a:r>
              <a:rPr lang="en-US" altLang="ru-RU" sz="1800"/>
              <a:t> </a:t>
            </a:r>
            <a:r>
              <a:rPr lang="en-US" altLang="en-US" sz="1800"/>
              <a:t>решения</a:t>
            </a:r>
            <a:r>
              <a:rPr lang="en-US" altLang="ru-RU" sz="1800"/>
              <a:t> </a:t>
            </a:r>
            <a:r>
              <a:rPr lang="en-US" altLang="en-US" sz="1800"/>
              <a:t>проблем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направляет</a:t>
            </a:r>
            <a:r>
              <a:rPr lang="en-US" altLang="ru-RU" sz="1800"/>
              <a:t> </a:t>
            </a:r>
            <a:r>
              <a:rPr lang="en-US" altLang="en-US" sz="1800"/>
              <a:t>запросы</a:t>
            </a:r>
            <a:r>
              <a:rPr lang="en-US" altLang="ru-RU" sz="1800"/>
              <a:t> </a:t>
            </a:r>
            <a:r>
              <a:rPr lang="en-US" altLang="en-US" sz="1800"/>
              <a:t>к</a:t>
            </a:r>
            <a:r>
              <a:rPr lang="en-US" altLang="ru-RU" sz="1800"/>
              <a:t> </a:t>
            </a:r>
            <a:r>
              <a:rPr lang="en-US" altLang="en-US" sz="1800"/>
              <a:t>специалистам</a:t>
            </a:r>
            <a:r>
              <a:rPr lang="en-US" altLang="ru-RU" sz="1800"/>
              <a:t> </a:t>
            </a:r>
            <a:r>
              <a:rPr lang="en-US" altLang="en-US" sz="1800"/>
              <a:t>при</a:t>
            </a:r>
            <a:r>
              <a:rPr lang="en-US" altLang="ru-RU" sz="1800"/>
              <a:t> </a:t>
            </a:r>
            <a:r>
              <a:rPr lang="en-US" altLang="en-US" sz="1800"/>
              <a:t>необходимости</a:t>
            </a:r>
            <a:r>
              <a:rPr lang="en-US" altLang="ru-RU" sz="1800"/>
              <a:t>. </a:t>
            </a:r>
            <a:r>
              <a:rPr lang="en-US" altLang="en-US" sz="1800"/>
              <a:t>У</a:t>
            </a:r>
            <a:r>
              <a:rPr lang="en-US" altLang="ru-RU" sz="1800"/>
              <a:t> </a:t>
            </a:r>
            <a:r>
              <a:rPr lang="en-US" altLang="en-US" sz="1800"/>
              <a:t>нас</a:t>
            </a:r>
            <a:r>
              <a:rPr lang="en-US" altLang="ru-RU" sz="1800"/>
              <a:t> </a:t>
            </a:r>
            <a:r>
              <a:rPr lang="en-US" altLang="en-US" sz="1800"/>
              <a:t>есть</a:t>
            </a:r>
            <a:r>
              <a:rPr lang="en-US" altLang="ru-RU" sz="1800"/>
              <a:t> 2 </a:t>
            </a:r>
            <a:r>
              <a:rPr lang="en-US" altLang="en-US" sz="1800"/>
              <a:t>отдела</a:t>
            </a:r>
            <a:r>
              <a:rPr lang="en-US" altLang="ru-RU" sz="1800"/>
              <a:t> - </a:t>
            </a:r>
            <a:r>
              <a:rPr lang="en-US" altLang="en-US" sz="1800"/>
              <a:t>программисты</a:t>
            </a:r>
            <a:r>
              <a:rPr lang="en-US" altLang="ru-RU" sz="1800"/>
              <a:t>, </a:t>
            </a:r>
            <a:r>
              <a:rPr lang="en-US" altLang="en-US" sz="1800"/>
              <a:t>которые</a:t>
            </a:r>
            <a:r>
              <a:rPr lang="en-US" altLang="ru-RU" sz="1800"/>
              <a:t> </a:t>
            </a:r>
            <a:r>
              <a:rPr lang="en-US" altLang="en-US" sz="1800"/>
              <a:t>могут</a:t>
            </a:r>
            <a:r>
              <a:rPr lang="en-US" altLang="ru-RU" sz="1800"/>
              <a:t> </a:t>
            </a:r>
            <a:r>
              <a:rPr lang="en-US" altLang="en-US" sz="1800"/>
              <a:t>починить</a:t>
            </a:r>
            <a:r>
              <a:rPr lang="en-US" altLang="ru-RU" sz="1800"/>
              <a:t> </a:t>
            </a:r>
            <a:r>
              <a:rPr lang="en-US" altLang="en-US" sz="1800"/>
              <a:t>что</a:t>
            </a:r>
            <a:r>
              <a:rPr lang="en-US" altLang="ru-RU" sz="1800"/>
              <a:t>-</a:t>
            </a:r>
            <a:r>
              <a:rPr lang="en-US" altLang="en-US" sz="1800"/>
              <a:t>то</a:t>
            </a:r>
            <a:r>
              <a:rPr lang="en-US" altLang="ru-RU" sz="1800"/>
              <a:t>, </a:t>
            </a:r>
            <a:r>
              <a:rPr lang="en-US" altLang="en-US" sz="1800"/>
              <a:t>если</a:t>
            </a:r>
            <a:r>
              <a:rPr lang="en-US" altLang="ru-RU" sz="1800"/>
              <a:t> </a:t>
            </a:r>
            <a:r>
              <a:rPr lang="en-US" altLang="en-US" sz="1800"/>
              <a:t>сломался</a:t>
            </a:r>
            <a:r>
              <a:rPr lang="en-US" altLang="ru-RU" sz="1800"/>
              <a:t> </a:t>
            </a:r>
            <a:r>
              <a:rPr lang="en-US" altLang="en-US" sz="1800"/>
              <a:t>сайт</a:t>
            </a:r>
            <a:r>
              <a:rPr lang="en-US" altLang="ru-RU" sz="1800"/>
              <a:t> </a:t>
            </a:r>
            <a:r>
              <a:rPr lang="en-US" altLang="en-US" sz="1800"/>
              <a:t>или</a:t>
            </a:r>
            <a:r>
              <a:rPr lang="en-US" altLang="ru-RU" sz="1800"/>
              <a:t> </a:t>
            </a:r>
            <a:r>
              <a:rPr lang="en-US" altLang="en-US" sz="1800"/>
              <a:t>оплата</a:t>
            </a:r>
            <a:r>
              <a:rPr lang="en-US" altLang="ru-RU" sz="1800"/>
              <a:t>,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отдел</a:t>
            </a:r>
            <a:r>
              <a:rPr lang="en-US" altLang="ru-RU" sz="1800"/>
              <a:t> </a:t>
            </a:r>
            <a:r>
              <a:rPr lang="en-US" altLang="en-US" sz="1800"/>
              <a:t>продаж</a:t>
            </a:r>
            <a:r>
              <a:rPr lang="en-US" altLang="ru-RU" sz="1800"/>
              <a:t>, </a:t>
            </a:r>
            <a:r>
              <a:rPr lang="en-US" altLang="en-US" sz="1800"/>
              <a:t>который</a:t>
            </a:r>
            <a:r>
              <a:rPr lang="en-US" altLang="ru-RU" sz="1800"/>
              <a:t> </a:t>
            </a:r>
            <a:r>
              <a:rPr lang="en-US" altLang="en-US" sz="1800"/>
              <a:t>разбирается</a:t>
            </a:r>
            <a:r>
              <a:rPr lang="en-US" altLang="ru-RU" sz="1800"/>
              <a:t> </a:t>
            </a:r>
            <a:r>
              <a:rPr lang="en-US" altLang="en-US" sz="1800"/>
              <a:t>со</a:t>
            </a:r>
            <a:r>
              <a:rPr lang="en-US" altLang="ru-RU" sz="1800"/>
              <a:t> </a:t>
            </a:r>
            <a:r>
              <a:rPr lang="en-US" altLang="en-US" sz="1800"/>
              <a:t>всеми</a:t>
            </a:r>
            <a:r>
              <a:rPr lang="en-US" altLang="ru-RU" sz="1800"/>
              <a:t> </a:t>
            </a:r>
            <a:r>
              <a:rPr lang="en-US" altLang="en-US" sz="1800"/>
              <a:t>проблемами</a:t>
            </a:r>
            <a:r>
              <a:rPr lang="en-US" altLang="ru-RU" sz="1800"/>
              <a:t> </a:t>
            </a:r>
            <a:r>
              <a:rPr lang="en-US" altLang="en-US" sz="1800"/>
              <a:t>с</a:t>
            </a:r>
            <a:r>
              <a:rPr lang="en-US" altLang="ru-RU" sz="1800"/>
              <a:t> </a:t>
            </a:r>
            <a:r>
              <a:rPr lang="en-US" altLang="en-US" sz="1800"/>
              <a:t>товарами</a:t>
            </a:r>
            <a:r>
              <a:rPr lang="en-US" altLang="ru-RU" sz="1800"/>
              <a:t>. </a:t>
            </a:r>
            <a:endParaRPr lang="en-US" altLang="ru-RU" sz="1800"/>
          </a:p>
          <a:p>
            <a:endParaRPr lang="en-US" altLang="ru-RU" sz="1800"/>
          </a:p>
          <a:p>
            <a:r>
              <a:rPr lang="en-US" altLang="en-US" sz="1800"/>
              <a:t>Требования</a:t>
            </a:r>
            <a:r>
              <a:rPr lang="en-US" altLang="ru-RU" sz="1800"/>
              <a:t>:</a:t>
            </a:r>
            <a:endParaRPr lang="en-US" altLang="ru-RU" sz="1800"/>
          </a:p>
          <a:p>
            <a:r>
              <a:rPr lang="en-US" altLang="ru-RU" sz="1800"/>
              <a:t>1. </a:t>
            </a:r>
            <a:r>
              <a:rPr lang="en-US" altLang="en-US" sz="1800"/>
              <a:t>Автоматический</a:t>
            </a:r>
            <a:r>
              <a:rPr lang="en-US" altLang="ru-RU" sz="1800"/>
              <a:t> </a:t>
            </a:r>
            <a:r>
              <a:rPr lang="en-US" altLang="en-US" sz="1800"/>
              <a:t>ответ</a:t>
            </a:r>
            <a:r>
              <a:rPr lang="en-US" altLang="ru-RU" sz="1800"/>
              <a:t> </a:t>
            </a:r>
            <a:r>
              <a:rPr lang="en-US" altLang="en-US" sz="1800"/>
              <a:t>на</a:t>
            </a:r>
            <a:r>
              <a:rPr lang="en-US" altLang="ru-RU" sz="1800"/>
              <a:t> </a:t>
            </a:r>
            <a:r>
              <a:rPr lang="en-US" altLang="en-US" sz="1800"/>
              <a:t>часто</a:t>
            </a:r>
            <a:r>
              <a:rPr lang="en-US" altLang="ru-RU" sz="1800"/>
              <a:t> </a:t>
            </a:r>
            <a:r>
              <a:rPr lang="en-US" altLang="en-US" sz="1800"/>
              <a:t>задаваемые</a:t>
            </a:r>
            <a:r>
              <a:rPr lang="en-US" altLang="ru-RU" sz="1800"/>
              <a:t> </a:t>
            </a:r>
            <a:r>
              <a:rPr lang="en-US" altLang="en-US" sz="1800"/>
              <a:t>вопросы</a:t>
            </a:r>
            <a:r>
              <a:rPr lang="en-US" altLang="ru-RU" sz="1800"/>
              <a:t> </a:t>
            </a:r>
            <a:r>
              <a:rPr lang="en-US" altLang="en-US" sz="1800"/>
              <a:t>пользователей</a:t>
            </a:r>
            <a:r>
              <a:rPr lang="en-US" altLang="ru-RU" sz="1800"/>
              <a:t>. </a:t>
            </a:r>
            <a:r>
              <a:rPr lang="en-US" altLang="en-US" sz="1800"/>
              <a:t>Вопросы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ответы</a:t>
            </a:r>
            <a:r>
              <a:rPr lang="en-US" altLang="ru-RU" sz="1800"/>
              <a:t> </a:t>
            </a:r>
            <a:r>
              <a:rPr lang="en-US" altLang="en-US" sz="1800"/>
              <a:t>на</a:t>
            </a:r>
            <a:r>
              <a:rPr lang="en-US" altLang="ru-RU" sz="1800"/>
              <a:t> </a:t>
            </a:r>
            <a:r>
              <a:rPr lang="en-US" altLang="en-US" sz="1800"/>
              <a:t>них</a:t>
            </a:r>
            <a:r>
              <a:rPr lang="en-US" altLang="ru-RU" sz="1800"/>
              <a:t> </a:t>
            </a:r>
            <a:r>
              <a:rPr lang="en-US" altLang="en-US" sz="1800"/>
              <a:t>в</a:t>
            </a:r>
            <a:r>
              <a:rPr lang="en-US" altLang="ru-RU" sz="1800"/>
              <a:t> </a:t>
            </a:r>
            <a:r>
              <a:rPr lang="en-US" altLang="en-US" sz="1800"/>
              <a:t>этом</a:t>
            </a:r>
            <a:r>
              <a:rPr lang="en-US" altLang="ru-RU" sz="1800"/>
              <a:t> </a:t>
            </a:r>
            <a:r>
              <a:rPr lang="en-US" altLang="en-US" sz="1800"/>
              <a:t>файле</a:t>
            </a:r>
            <a:r>
              <a:rPr lang="en-US" altLang="ru-RU" sz="1800"/>
              <a:t>.</a:t>
            </a:r>
            <a:endParaRPr lang="en-US" altLang="ru-RU" sz="1800"/>
          </a:p>
          <a:p>
            <a:r>
              <a:rPr lang="en-US" altLang="ru-RU" sz="1800"/>
              <a:t>2. </a:t>
            </a:r>
            <a:r>
              <a:rPr lang="en-US" altLang="en-US" sz="1800"/>
              <a:t>Интеграция</a:t>
            </a:r>
            <a:r>
              <a:rPr lang="en-US" altLang="ru-RU" sz="1800"/>
              <a:t> </a:t>
            </a:r>
            <a:r>
              <a:rPr lang="en-US" altLang="en-US" sz="1800"/>
              <a:t>с</a:t>
            </a:r>
            <a:r>
              <a:rPr lang="en-US" altLang="ru-RU" sz="1800"/>
              <a:t> </a:t>
            </a:r>
            <a:r>
              <a:rPr lang="en-US" altLang="en-US" sz="1800"/>
              <a:t>базой</a:t>
            </a:r>
            <a:r>
              <a:rPr lang="en-US" altLang="ru-RU" sz="1800"/>
              <a:t> </a:t>
            </a:r>
            <a:r>
              <a:rPr lang="en-US" altLang="en-US" sz="1800"/>
              <a:t>данных</a:t>
            </a:r>
            <a:r>
              <a:rPr lang="en-US" altLang="ru-RU" sz="1800"/>
              <a:t> - </a:t>
            </a:r>
            <a:r>
              <a:rPr lang="en-US" altLang="en-US" sz="1800"/>
              <a:t>нужно</a:t>
            </a:r>
            <a:r>
              <a:rPr lang="en-US" altLang="ru-RU" sz="1800"/>
              <a:t> </a:t>
            </a:r>
            <a:r>
              <a:rPr lang="en-US" altLang="en-US" sz="1800"/>
              <a:t>хранить</a:t>
            </a:r>
            <a:r>
              <a:rPr lang="en-US" altLang="ru-RU" sz="1800"/>
              <a:t> </a:t>
            </a:r>
            <a:r>
              <a:rPr lang="en-US" altLang="en-US" sz="1800"/>
              <a:t>все</a:t>
            </a:r>
            <a:r>
              <a:rPr lang="en-US" altLang="ru-RU" sz="1800"/>
              <a:t> </a:t>
            </a:r>
            <a:r>
              <a:rPr lang="en-US" altLang="en-US" sz="1800"/>
              <a:t>запросы</a:t>
            </a:r>
            <a:r>
              <a:rPr lang="en-US" altLang="ru-RU" sz="1800"/>
              <a:t> </a:t>
            </a:r>
            <a:r>
              <a:rPr lang="en-US" altLang="en-US" sz="1800"/>
              <a:t>к</a:t>
            </a:r>
            <a:r>
              <a:rPr lang="en-US" altLang="ru-RU" sz="1800"/>
              <a:t> </a:t>
            </a:r>
            <a:r>
              <a:rPr lang="en-US" altLang="en-US" sz="1800"/>
              <a:t>специалистам</a:t>
            </a:r>
            <a:r>
              <a:rPr lang="en-US" altLang="ru-RU" sz="1800"/>
              <a:t> </a:t>
            </a:r>
            <a:r>
              <a:rPr lang="en-US" altLang="en-US" sz="1800"/>
              <a:t>в</a:t>
            </a:r>
            <a:r>
              <a:rPr lang="en-US" altLang="ru-RU" sz="1800"/>
              <a:t> </a:t>
            </a:r>
            <a:r>
              <a:rPr lang="en-US" altLang="en-US" sz="1800"/>
              <a:t>отдельной</a:t>
            </a:r>
            <a:r>
              <a:rPr lang="en-US" altLang="ru-RU" sz="1800"/>
              <a:t> </a:t>
            </a:r>
            <a:r>
              <a:rPr lang="en-US" altLang="en-US" sz="1800"/>
              <a:t>таблице</a:t>
            </a:r>
            <a:r>
              <a:rPr lang="en-US" altLang="ru-RU" sz="1800"/>
              <a:t>.</a:t>
            </a:r>
            <a:endParaRPr lang="en-US" altLang="ru-RU" sz="1800"/>
          </a:p>
          <a:p>
            <a:r>
              <a:rPr lang="en-US" altLang="ru-RU" sz="1800"/>
              <a:t>3. </a:t>
            </a:r>
            <a:r>
              <a:rPr lang="en-US" altLang="en-US" sz="1800"/>
              <a:t>Возможность</a:t>
            </a:r>
            <a:r>
              <a:rPr lang="en-US" altLang="ru-RU" sz="1800"/>
              <a:t> </a:t>
            </a:r>
            <a:r>
              <a:rPr lang="en-US" altLang="en-US" sz="1800"/>
              <a:t>обработки</a:t>
            </a:r>
            <a:r>
              <a:rPr lang="en-US" altLang="ru-RU" sz="1800"/>
              <a:t> </a:t>
            </a:r>
            <a:r>
              <a:rPr lang="en-US" altLang="en-US" sz="1800"/>
              <a:t>текстовых</a:t>
            </a:r>
            <a:r>
              <a:rPr lang="en-US" altLang="ru-RU" sz="1800"/>
              <a:t> </a:t>
            </a:r>
            <a:r>
              <a:rPr lang="en-US" altLang="en-US" sz="1800"/>
              <a:t>сообщений</a:t>
            </a:r>
            <a:r>
              <a:rPr lang="en-US" altLang="ru-RU" sz="1800"/>
              <a:t> (</a:t>
            </a:r>
            <a:r>
              <a:rPr lang="en-US" altLang="en-US" sz="1800"/>
              <a:t>будет</a:t>
            </a:r>
            <a:r>
              <a:rPr lang="en-US" altLang="ru-RU" sz="1800"/>
              <a:t> </a:t>
            </a:r>
            <a:r>
              <a:rPr lang="en-US" altLang="en-US" sz="1800"/>
              <a:t>здорово</a:t>
            </a:r>
            <a:r>
              <a:rPr lang="en-US" altLang="ru-RU" sz="1800"/>
              <a:t>, </a:t>
            </a:r>
            <a:r>
              <a:rPr lang="en-US" altLang="en-US" sz="1800"/>
              <a:t>если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голосовых</a:t>
            </a:r>
            <a:r>
              <a:rPr lang="en-US" altLang="ru-RU" sz="1800"/>
              <a:t> </a:t>
            </a:r>
            <a:r>
              <a:rPr lang="en-US" altLang="en-US" sz="1800"/>
              <a:t>сообщений</a:t>
            </a:r>
            <a:r>
              <a:rPr lang="en-US" altLang="ru-RU" sz="1800"/>
              <a:t> </a:t>
            </a:r>
            <a:r>
              <a:rPr lang="en-US" altLang="en-US" sz="1800"/>
              <a:t>тоже</a:t>
            </a:r>
            <a:r>
              <a:rPr lang="en-US" altLang="ru-RU" sz="1800"/>
              <a:t>, </a:t>
            </a:r>
            <a:r>
              <a:rPr lang="en-US" altLang="en-US" sz="1800"/>
              <a:t>но</a:t>
            </a:r>
            <a:r>
              <a:rPr lang="en-US" altLang="ru-RU" sz="1800"/>
              <a:t> </a:t>
            </a:r>
            <a:r>
              <a:rPr lang="en-US" altLang="en-US" sz="1800"/>
              <a:t>необязательно</a:t>
            </a:r>
            <a:r>
              <a:rPr lang="en-US" altLang="ru-RU" sz="1800"/>
              <a:t>).</a:t>
            </a:r>
            <a:endParaRPr lang="en-US" altLang="ru-RU" sz="1800"/>
          </a:p>
          <a:p>
            <a:r>
              <a:rPr lang="en-US" altLang="ru-RU" sz="1800"/>
              <a:t>4. </a:t>
            </a:r>
            <a:r>
              <a:rPr lang="en-US" altLang="en-US" sz="1800"/>
              <a:t>Интуитивно</a:t>
            </a:r>
            <a:r>
              <a:rPr lang="en-US" altLang="ru-RU" sz="1800"/>
              <a:t> </a:t>
            </a:r>
            <a:r>
              <a:rPr lang="en-US" altLang="en-US" sz="1800"/>
              <a:t>понятный</a:t>
            </a:r>
            <a:r>
              <a:rPr lang="en-US" altLang="ru-RU" sz="1800"/>
              <a:t> </a:t>
            </a:r>
            <a:r>
              <a:rPr lang="en-US" altLang="en-US" sz="1800"/>
              <a:t>и</a:t>
            </a:r>
            <a:r>
              <a:rPr lang="en-US" altLang="ru-RU" sz="1800"/>
              <a:t> </a:t>
            </a:r>
            <a:r>
              <a:rPr lang="en-US" altLang="en-US" sz="1800"/>
              <a:t>привлекательный</a:t>
            </a:r>
            <a:r>
              <a:rPr lang="en-US" altLang="ru-RU" sz="1800"/>
              <a:t> </a:t>
            </a:r>
            <a:r>
              <a:rPr lang="en-US" altLang="en-US" sz="1800"/>
              <a:t>интерфейс</a:t>
            </a:r>
            <a:r>
              <a:rPr lang="en-US" altLang="ru-RU" sz="1800"/>
              <a:t> </a:t>
            </a:r>
            <a:r>
              <a:rPr lang="en-US" altLang="en-US" sz="1800"/>
              <a:t>для</a:t>
            </a:r>
            <a:r>
              <a:rPr lang="en-US" altLang="ru-RU" sz="1800"/>
              <a:t> </a:t>
            </a:r>
            <a:r>
              <a:rPr lang="en-US" altLang="en-US" sz="1800"/>
              <a:t>пользователей</a:t>
            </a:r>
            <a:r>
              <a:rPr lang="en-US" altLang="ru-RU" sz="1800"/>
              <a:t>.</a:t>
            </a:r>
            <a:endParaRPr lang="en-US" altLang="ru-RU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Инструменты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Для создания бота мы будем использовать библиотеку  </a:t>
            </a:r>
            <a:r>
              <a:rPr lang="en-US" altLang="ru-RU"/>
              <a:t>telebot</a:t>
            </a:r>
            <a:r>
              <a:rPr lang="ru-RU" altLang="en-US"/>
              <a:t>, приложения для написания кода </a:t>
            </a:r>
            <a:r>
              <a:rPr lang="en-US" altLang="en-US"/>
              <a:t>VS Code </a:t>
            </a:r>
            <a:r>
              <a:rPr lang="ru-RU" altLang="en-US"/>
              <a:t>, а также интернет ресурсы .</a:t>
            </a:r>
            <a:endParaRPr lang="ru-RU" altLang="en-US"/>
          </a:p>
          <a:p>
            <a:r>
              <a:rPr lang="ru-RU" altLang="en-US"/>
              <a:t>Для создания бота привлечем метод клавиатуры , а также базы данныхдля хранения запросов пользователей.</a:t>
            </a:r>
            <a:endParaRPr lang="ru-RU" altLang="en-US"/>
          </a:p>
          <a:p>
            <a:r>
              <a:rPr lang="ru-RU" altLang="en-US"/>
              <a:t>Словари будут хранить в себе часто задаваемые вопросы и ответы на них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Ветки проекта </a:t>
            </a:r>
            <a:endParaRPr lang="ru-RU" altLang="en-US"/>
          </a:p>
        </p:txBody>
      </p:sp>
      <p:pic>
        <p:nvPicPr>
          <p:cNvPr id="4" name="Замещающее содержимое 3" descr="слайд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640" y="1193165"/>
            <a:ext cx="1034859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Запуск бота</a:t>
            </a:r>
            <a:endParaRPr lang="ru-RU" altLang="ru-RU"/>
          </a:p>
        </p:txBody>
      </p:sp>
      <p:pic>
        <p:nvPicPr>
          <p:cNvPr id="4" name="Замещающее содержимое 3" descr="ldf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773430"/>
            <a:ext cx="12191365" cy="375602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35" y="5007610"/>
            <a:ext cx="12190730" cy="1535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Запуск бота с помощьюкоманды /</a:t>
            </a:r>
            <a:r>
              <a:rPr lang="en-US" altLang="en-US"/>
              <a:t>start </a:t>
            </a:r>
            <a:r>
              <a:rPr lang="ru-RU" altLang="en-US"/>
              <a:t>. При запуске видим три раздела . Нажимая на первый пользователю выведится список часто задаваемых вопросов. Нажимая на другие разделы пользователь может задать конкретный вопрос или сообщить о прромлеме с сайтом или со своим товаром .</a:t>
            </a:r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список  впоросов </a:t>
            </a:r>
            <a:endParaRPr lang="ru-RU" altLang="en-US"/>
          </a:p>
        </p:txBody>
      </p:sp>
      <p:pic>
        <p:nvPicPr>
          <p:cNvPr id="4" name="Замещающее содержимое 3" descr="еее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3505" y="773430"/>
            <a:ext cx="8632190" cy="492569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2272665" y="5996940"/>
            <a:ext cx="680021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Также во всехслучаях есть кнопка возращения в меню</a:t>
            </a:r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Ответы хранятся в ветке</a:t>
            </a:r>
            <a:r>
              <a:rPr lang="en-US" altLang="en-US"/>
              <a:t> dictss</a:t>
            </a:r>
            <a:endParaRPr lang="en-US" altLang="en-US"/>
          </a:p>
        </p:txBody>
      </p:sp>
      <p:pic>
        <p:nvPicPr>
          <p:cNvPr id="4" name="Замещающее содержимое 3" descr="щщщ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6075" y="988695"/>
            <a:ext cx="4591685" cy="2266950"/>
          </a:xfrm>
          <a:prstGeom prst="rect">
            <a:avLst/>
          </a:prstGeom>
        </p:spPr>
      </p:pic>
      <p:pic>
        <p:nvPicPr>
          <p:cNvPr id="5" name="Изображение 4" descr="ккк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65"/>
            <a:ext cx="12191365" cy="608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Ответ бота </a:t>
            </a:r>
            <a:endParaRPr lang="ru-RU" altLang="ru-RU"/>
          </a:p>
        </p:txBody>
      </p:sp>
      <p:pic>
        <p:nvPicPr>
          <p:cNvPr id="4" name="Замещающее содержимое 3" descr="щщщ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160" y="1339850"/>
            <a:ext cx="9770110" cy="5003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250"/>
          </a:xfrm>
        </p:spPr>
        <p:txBody>
          <a:bodyPr/>
          <a:p>
            <a:r>
              <a:rPr lang="ru-RU" altLang="en-US" sz="2400"/>
              <a:t>При подаче текстовой жалобы или вопроса они передаются в базу данныхдля персонала . Где фиксируется айди , сообщение , направление заявления и дата и время .</a:t>
            </a:r>
            <a:endParaRPr lang="ru-RU" altLang="en-US" sz="2400"/>
          </a:p>
        </p:txBody>
      </p:sp>
      <p:pic>
        <p:nvPicPr>
          <p:cNvPr id="4" name="Замещающее содержимое 3" descr="ззз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1174750"/>
            <a:ext cx="10972800" cy="5683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-2763520"/>
            <a:ext cx="10972800" cy="1017270"/>
          </a:xfrm>
        </p:spPr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для создания проекта использовались : библиотека </a:t>
            </a:r>
            <a:r>
              <a:rPr lang="en-US" altLang="ru-RU"/>
              <a:t>telebot </a:t>
            </a:r>
            <a:r>
              <a:rPr lang="ru-RU" altLang="en-US"/>
              <a:t> , </a:t>
            </a:r>
            <a:r>
              <a:rPr lang="en-US" altLang="ru-RU"/>
              <a:t>sqlite3</a:t>
            </a:r>
            <a:r>
              <a:rPr lang="ru-RU" altLang="ru-RU"/>
              <a:t>, клавиатура бота </a:t>
            </a:r>
            <a:r>
              <a:rPr lang="en-US" altLang="ru-RU"/>
              <a:t>InlineKeyboardButton</a:t>
            </a:r>
            <a:r>
              <a:rPr lang="ru-RU" altLang="en-US"/>
              <a:t> , базы данныхдля хранения информации , полученной от пользователя , словари для хранения вопросов и ответов , хендлеры . А также ресурсы интернета и платформы </a:t>
            </a:r>
            <a:r>
              <a:rPr lang="en-US" altLang="ru-RU"/>
              <a:t>Kodland</a:t>
            </a:r>
            <a:r>
              <a:rPr lang="ru-RU" altLang="ru-RU"/>
              <a:t>.</a:t>
            </a:r>
            <a:endParaRPr lang="ru-RU" altLang="ru-RU"/>
          </a:p>
          <a:p>
            <a:endParaRPr lang="ru-RU" altLang="ru-RU"/>
          </a:p>
          <a:p>
            <a:endParaRPr lang="ru-RU" alt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223510"/>
          </a:xfrm>
        </p:spPr>
        <p:txBody>
          <a:bodyPr/>
          <a:p>
            <a:r>
              <a:rPr lang="ru-RU" altLang="en-US" sz="9600"/>
              <a:t>спасибо за внимание !</a:t>
            </a:r>
            <a:endParaRPr lang="ru-RU" altLang="en-US" sz="96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8238490"/>
            <a:ext cx="10972800" cy="346075"/>
          </a:xfrm>
        </p:spPr>
        <p:txBody>
          <a:bodyPr/>
          <a:p>
            <a:pPr marL="0" indent="0">
              <a:buNone/>
            </a:pP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WPS Presentation</Application>
  <PresentationFormat>宽屏</PresentationFormat>
  <Paragraphs>44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Blue Waves</vt:lpstr>
      <vt:lpstr>Презентация проекта</vt:lpstr>
      <vt:lpstr>Задачи</vt:lpstr>
      <vt:lpstr>Инструменты</vt:lpstr>
      <vt:lpstr>Ветки проекта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igrut</cp:lastModifiedBy>
  <cp:revision>6</cp:revision>
  <dcterms:created xsi:type="dcterms:W3CDTF">2025-07-23T00:59:00Z</dcterms:created>
  <dcterms:modified xsi:type="dcterms:W3CDTF">2026-02-24T19:37:16Z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DC51D0EB7EDF4E78B583A83F7DE10FA7_13</vt:lpwstr>
  </property>
</Properties>
</file>